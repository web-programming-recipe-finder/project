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daf780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daf780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8c75134a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8c75134a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8c75134a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8c75134a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8c75134a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8c75134a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daf7801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1daf7801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044700" y="8793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000"/>
              <a:t>食譜搜尋器</a:t>
            </a:r>
            <a:endParaRPr sz="50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044700" y="2835771"/>
            <a:ext cx="30546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01357026 黃品傑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01357028 林彥宇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 flipH="1" rot="10800000">
            <a:off x="1670150" y="2490350"/>
            <a:ext cx="6052500" cy="7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3"/>
          <p:cNvSpPr txBox="1"/>
          <p:nvPr/>
        </p:nvSpPr>
        <p:spPr>
          <a:xfrm>
            <a:off x="1941150" y="472975"/>
            <a:ext cx="52617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網頁程式設計 / 期末專案</a:t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創作動機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700">
                <a:solidFill>
                  <a:srgbClr val="000000"/>
                </a:solidFill>
              </a:rPr>
              <a:t>希望製作一個</a:t>
            </a:r>
            <a:r>
              <a:rPr b="1" lang="zh-TW" sz="2700">
                <a:solidFill>
                  <a:srgbClr val="000000"/>
                </a:solidFill>
              </a:rPr>
              <a:t>操作容易且介面乾淨簡潔</a:t>
            </a:r>
            <a:r>
              <a:rPr lang="zh-TW" sz="2700">
                <a:solidFill>
                  <a:srgbClr val="000000"/>
                </a:solidFill>
              </a:rPr>
              <a:t>的食譜搜尋網站，讓使用者可以快速透過</a:t>
            </a:r>
            <a:r>
              <a:rPr b="1" lang="zh-TW" sz="2700">
                <a:solidFill>
                  <a:srgbClr val="000000"/>
                </a:solidFill>
              </a:rPr>
              <a:t>食材名稱</a:t>
            </a:r>
            <a:r>
              <a:rPr lang="zh-TW" sz="2700">
                <a:solidFill>
                  <a:srgbClr val="000000"/>
                </a:solidFill>
              </a:rPr>
              <a:t>來查詢各種食譜，並且支援</a:t>
            </a:r>
            <a:r>
              <a:rPr b="1" lang="zh-TW" sz="2700">
                <a:solidFill>
                  <a:srgbClr val="000000"/>
                </a:solidFill>
              </a:rPr>
              <a:t>收藏功能</a:t>
            </a:r>
            <a:r>
              <a:rPr lang="zh-TW" sz="2700">
                <a:solidFill>
                  <a:srgbClr val="000000"/>
                </a:solidFill>
              </a:rPr>
              <a:t>，在不知道做什麼料理的時候也可以透過</a:t>
            </a:r>
            <a:r>
              <a:rPr b="1" lang="zh-TW" sz="2700">
                <a:solidFill>
                  <a:srgbClr val="000000"/>
                </a:solidFill>
              </a:rPr>
              <a:t>隨機食譜功能</a:t>
            </a:r>
            <a:r>
              <a:rPr lang="zh-TW" sz="2700">
                <a:solidFill>
                  <a:srgbClr val="000000"/>
                </a:solidFill>
              </a:rPr>
              <a:t>找尋更多靈感。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網站主題&amp;特色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/>
              <a:t>主題：食譜搜尋</a:t>
            </a:r>
            <a:endParaRPr b="1" sz="22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zh-TW" sz="2000"/>
              <a:t>關鍵字搜尋</a:t>
            </a:r>
            <a:r>
              <a:rPr lang="zh-TW" sz="2000"/>
              <a:t>：輸入食材即可查詢相關食譜。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zh-TW" sz="2000"/>
              <a:t>卡片化展示</a:t>
            </a:r>
            <a:r>
              <a:rPr lang="zh-TW" sz="2000"/>
              <a:t>：以卡片形式顯示簡化資訊，可透過點擊查看詳細內容。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zh-TW" sz="2000"/>
              <a:t>登入/註冊：</a:t>
            </a:r>
            <a:r>
              <a:rPr lang="zh-TW" sz="2000"/>
              <a:t>配合收藏功能，能夠保留個人資訊。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zh-TW" sz="2000"/>
              <a:t>收藏功能：</a:t>
            </a:r>
            <a:r>
              <a:rPr lang="zh-TW" sz="2000"/>
              <a:t>將喜歡的料理加入自己的食譜庫。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zh-TW" sz="2000"/>
              <a:t>隨機食譜：</a:t>
            </a:r>
            <a:r>
              <a:rPr lang="zh-TW" sz="2000"/>
              <a:t>隨機推薦一個食譜給使用者。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網頁架構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3089350" y="1178350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首頁</a:t>
            </a:r>
            <a:endParaRPr sz="4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6668825" y="1178350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食譜收藏頁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" name="Google Shape;108;p16"/>
          <p:cNvCxnSpPr>
            <a:stCxn id="106" idx="3"/>
            <a:endCxn id="107" idx="1"/>
          </p:cNvCxnSpPr>
          <p:nvPr/>
        </p:nvCxnSpPr>
        <p:spPr>
          <a:xfrm>
            <a:off x="5195050" y="1758400"/>
            <a:ext cx="147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6"/>
          <p:cNvSpPr/>
          <p:nvPr/>
        </p:nvSpPr>
        <p:spPr>
          <a:xfrm>
            <a:off x="3519150" y="3265725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搜尋結果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(卡片列表)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" name="Google Shape;110;p16"/>
          <p:cNvCxnSpPr>
            <a:stCxn id="106" idx="2"/>
            <a:endCxn id="109" idx="0"/>
          </p:cNvCxnSpPr>
          <p:nvPr/>
        </p:nvCxnSpPr>
        <p:spPr>
          <a:xfrm>
            <a:off x="4142200" y="2338450"/>
            <a:ext cx="429900" cy="9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6"/>
          <p:cNvSpPr txBox="1"/>
          <p:nvPr/>
        </p:nvSpPr>
        <p:spPr>
          <a:xfrm rot="-1378639">
            <a:off x="3840847" y="2370515"/>
            <a:ext cx="336607" cy="4024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搜尋欄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408075" y="1307500"/>
            <a:ext cx="1105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側邊選單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71425" y="1178350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登入/註冊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" name="Google Shape;114;p16"/>
          <p:cNvCxnSpPr>
            <a:stCxn id="106" idx="1"/>
            <a:endCxn id="113" idx="3"/>
          </p:cNvCxnSpPr>
          <p:nvPr/>
        </p:nvCxnSpPr>
        <p:spPr>
          <a:xfrm rot="10800000">
            <a:off x="2477050" y="1758400"/>
            <a:ext cx="612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6"/>
          <p:cNvSpPr/>
          <p:nvPr/>
        </p:nvSpPr>
        <p:spPr>
          <a:xfrm>
            <a:off x="371425" y="3265725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食譜詳細資訊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6"/>
          <p:cNvCxnSpPr>
            <a:stCxn id="109" idx="1"/>
            <a:endCxn id="115" idx="3"/>
          </p:cNvCxnSpPr>
          <p:nvPr/>
        </p:nvCxnSpPr>
        <p:spPr>
          <a:xfrm rot="10800000">
            <a:off x="2477250" y="3845775"/>
            <a:ext cx="10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6"/>
          <p:cNvSpPr txBox="1"/>
          <p:nvPr/>
        </p:nvSpPr>
        <p:spPr>
          <a:xfrm>
            <a:off x="2477050" y="3394875"/>
            <a:ext cx="11055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點擊卡片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666875" y="2435200"/>
            <a:ext cx="2105700" cy="1160100"/>
          </a:xfrm>
          <a:prstGeom prst="rect">
            <a:avLst/>
          </a:prstGeom>
          <a:solidFill>
            <a:srgbClr val="1D68A7"/>
          </a:solidFill>
          <a:ln cap="flat" cmpd="sng" w="9525">
            <a:solidFill>
              <a:srgbClr val="1D68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隨機食譜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" name="Google Shape;119;p16"/>
          <p:cNvCxnSpPr>
            <a:endCxn id="118" idx="1"/>
          </p:cNvCxnSpPr>
          <p:nvPr/>
        </p:nvCxnSpPr>
        <p:spPr>
          <a:xfrm flipH="1" rot="10800000">
            <a:off x="6003275" y="3015250"/>
            <a:ext cx="663600" cy="1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6"/>
          <p:cNvCxnSpPr>
            <a:endCxn id="112" idx="2"/>
          </p:cNvCxnSpPr>
          <p:nvPr/>
        </p:nvCxnSpPr>
        <p:spPr>
          <a:xfrm rot="10800000">
            <a:off x="5960825" y="1758400"/>
            <a:ext cx="48900" cy="128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採用技術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zh-TW" sz="2100"/>
              <a:t>HTML5/</a:t>
            </a:r>
            <a:r>
              <a:rPr b="1" lang="zh-TW" sz="2100"/>
              <a:t>CSS</a:t>
            </a:r>
            <a:r>
              <a:rPr lang="zh-TW" sz="2100"/>
              <a:t> </a:t>
            </a:r>
            <a:r>
              <a:rPr lang="zh-TW" sz="2100"/>
              <a:t>： 基礎網頁結構與排版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zh-TW" sz="2100"/>
              <a:t>JavaScript</a:t>
            </a:r>
            <a:r>
              <a:rPr lang="zh-TW" sz="2100"/>
              <a:t> </a:t>
            </a:r>
            <a:r>
              <a:rPr lang="zh-TW" sz="2100"/>
              <a:t>： 各種互動功能、前後端資料傳遞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zh-TW" sz="2100"/>
              <a:t>DOM</a:t>
            </a:r>
            <a:r>
              <a:rPr lang="zh-TW" sz="2100"/>
              <a:t> ： 動態生成食譜卡、畫面即時更新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zh-TW" sz="2100"/>
              <a:t>Fetch </a:t>
            </a:r>
            <a:r>
              <a:rPr lang="zh-TW" sz="2100"/>
              <a:t>： 用於串接 </a:t>
            </a:r>
            <a:r>
              <a:rPr lang="zh-TW" sz="2100">
                <a:highlight>
                  <a:srgbClr val="FFFFFF"/>
                </a:highlight>
              </a:rPr>
              <a:t>TheMealDB API 以及後端伺服器</a:t>
            </a:r>
            <a:endParaRPr sz="2100"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zh-TW" sz="2100">
                <a:highlight>
                  <a:srgbClr val="FFFFFF"/>
                </a:highlight>
              </a:rPr>
              <a:t>JWT</a:t>
            </a:r>
            <a:r>
              <a:rPr lang="zh-TW" sz="2100">
                <a:highlight>
                  <a:srgbClr val="FFFFFF"/>
                </a:highlight>
              </a:rPr>
              <a:t>：使用者身分驗證</a:t>
            </a:r>
            <a:endParaRPr sz="2100"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b="1" lang="zh-TW" sz="2100">
                <a:highlight>
                  <a:srgbClr val="FFFFFF"/>
                </a:highlight>
              </a:rPr>
              <a:t>bcrypt</a:t>
            </a:r>
            <a:r>
              <a:rPr lang="zh-TW" sz="2100">
                <a:highlight>
                  <a:srgbClr val="FFFFFF"/>
                </a:highlight>
              </a:rPr>
              <a:t>：密碼加密</a:t>
            </a:r>
            <a:endParaRPr sz="2100"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b="1" lang="zh-TW" sz="2100">
                <a:highlight>
                  <a:srgbClr val="FFFFFF"/>
                </a:highlight>
              </a:rPr>
              <a:t>Node.js(Express) </a:t>
            </a:r>
            <a:r>
              <a:rPr lang="zh-TW" sz="2100">
                <a:highlight>
                  <a:srgbClr val="FFFFFF"/>
                </a:highlight>
              </a:rPr>
              <a:t>：後端伺服器，處理登入/註冊、收藏功能</a:t>
            </a:r>
            <a:endParaRPr sz="2100"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b="1" lang="zh-TW" sz="2100">
                <a:highlight>
                  <a:srgbClr val="FFFFFF"/>
                </a:highlight>
              </a:rPr>
              <a:t>MongoDB Altas</a:t>
            </a:r>
            <a:r>
              <a:rPr lang="zh-TW" sz="2100">
                <a:highlight>
                  <a:srgbClr val="FFFFFF"/>
                </a:highlight>
              </a:rPr>
              <a:t>：記錄使用者資訊、食譜收藏庫</a:t>
            </a:r>
            <a:endParaRPr sz="2100"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AutoNum type="arabicPeriod"/>
            </a:pPr>
            <a:r>
              <a:rPr b="1" lang="zh-TW" sz="2100">
                <a:highlight>
                  <a:srgbClr val="FFFFFF"/>
                </a:highlight>
              </a:rPr>
              <a:t>Render</a:t>
            </a:r>
            <a:r>
              <a:rPr lang="zh-TW" sz="2100">
                <a:highlight>
                  <a:srgbClr val="FFFFFF"/>
                </a:highlight>
              </a:rPr>
              <a:t>：部署雲端伺服器</a:t>
            </a:r>
            <a:endParaRPr sz="21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分工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/>
              <a:t>01357026 黃品傑：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/>
              <a:t>網頁整體結構以及版面設計、食譜搜尋功能、食譜卡彈出視窗、隨機食譜推薦功能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000"/>
              <a:t>01357028 林彥宇：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000"/>
              <a:t>網頁整體結構以及版面設計、Express後端建立、登入/註冊功能、收藏功能、雲端資料庫和伺服器管理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