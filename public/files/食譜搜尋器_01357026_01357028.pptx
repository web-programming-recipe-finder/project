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oboto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-bold.fntdata"/><Relationship Id="rId12" Type="http://schemas.openxmlformats.org/officeDocument/2006/relationships/font" Target="fonts/Robo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Italic.fntdata"/><Relationship Id="rId14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b1daf7801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b1daf7801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8c75134a3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8c75134a3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8c75134a3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98c75134a3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8c75134a3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98c75134a3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1daf78010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1daf7801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3044700" y="8793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5000"/>
              <a:t>食譜搜尋器</a:t>
            </a:r>
            <a:endParaRPr sz="5000"/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3044700" y="2835771"/>
            <a:ext cx="3054600" cy="11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01357026 黃品傑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01357028 林彥宇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 flipH="1" rot="10800000">
            <a:off x="1670150" y="2490350"/>
            <a:ext cx="6052500" cy="75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13"/>
          <p:cNvSpPr txBox="1"/>
          <p:nvPr/>
        </p:nvSpPr>
        <p:spPr>
          <a:xfrm>
            <a:off x="1941150" y="472975"/>
            <a:ext cx="52617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網頁程式設計 / 期末專案</a:t>
            </a:r>
            <a:endParaRPr sz="2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創作動機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希望製作一個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操作容易且介面乾淨簡潔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的食譜搜尋網站，讓使用者可以快速透過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食材名稱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來查詢各種食譜，並且支援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收藏功能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，在不知道做什麼料理的時候也可以透過</a:t>
            </a:r>
            <a:r>
              <a:rPr b="1"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隨機食譜功能</a:t>
            </a:r>
            <a:r>
              <a:rPr lang="zh-TW"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找尋更多靈感。</a:t>
            </a:r>
            <a:endParaRPr sz="2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網站主題&amp;特色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200"/>
              <a:t>主題：食譜搜尋</a:t>
            </a:r>
            <a:endParaRPr b="1" sz="2200"/>
          </a:p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關鍵字搜尋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：輸入食材即可查詢相關食譜。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卡片化展示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：以卡片形式顯示簡化資訊，可透過點擊查看詳細內容。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登入/註冊：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配合收藏功能，能夠保留個人資訊。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收藏功能：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將喜歡的料理加入自己的食譜庫。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●"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隨機食譜：</a:t>
            </a:r>
            <a:r>
              <a:rPr lang="zh-TW" sz="2000">
                <a:latin typeface="Arial"/>
                <a:ea typeface="Arial"/>
                <a:cs typeface="Arial"/>
                <a:sym typeface="Arial"/>
              </a:rPr>
              <a:t>隨機推薦一個食譜給使用者。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網頁架構</a:t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3089350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46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首頁</a:t>
            </a:r>
            <a:endParaRPr sz="46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6668825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食譜收藏頁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" name="Google Shape;108;p16"/>
          <p:cNvCxnSpPr>
            <a:stCxn id="106" idx="3"/>
            <a:endCxn id="107" idx="1"/>
          </p:cNvCxnSpPr>
          <p:nvPr/>
        </p:nvCxnSpPr>
        <p:spPr>
          <a:xfrm>
            <a:off x="5195050" y="1758400"/>
            <a:ext cx="1473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9" name="Google Shape;109;p16"/>
          <p:cNvSpPr/>
          <p:nvPr/>
        </p:nvSpPr>
        <p:spPr>
          <a:xfrm>
            <a:off x="3519150" y="3265725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搜尋結果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(卡片列表)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" name="Google Shape;110;p16"/>
          <p:cNvCxnSpPr>
            <a:stCxn id="106" idx="2"/>
            <a:endCxn id="109" idx="0"/>
          </p:cNvCxnSpPr>
          <p:nvPr/>
        </p:nvCxnSpPr>
        <p:spPr>
          <a:xfrm>
            <a:off x="4142200" y="2338450"/>
            <a:ext cx="429900" cy="927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1" name="Google Shape;111;p16"/>
          <p:cNvSpPr txBox="1"/>
          <p:nvPr/>
        </p:nvSpPr>
        <p:spPr>
          <a:xfrm rot="-1378639">
            <a:off x="3840847" y="2370515"/>
            <a:ext cx="336607" cy="402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搜尋欄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5408075" y="1307500"/>
            <a:ext cx="1105500" cy="4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側邊選單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371425" y="117835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登入/註冊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" name="Google Shape;114;p16"/>
          <p:cNvCxnSpPr>
            <a:stCxn id="106" idx="1"/>
            <a:endCxn id="113" idx="3"/>
          </p:cNvCxnSpPr>
          <p:nvPr/>
        </p:nvCxnSpPr>
        <p:spPr>
          <a:xfrm rot="10800000">
            <a:off x="2477050" y="1758400"/>
            <a:ext cx="6123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5" name="Google Shape;115;p16"/>
          <p:cNvSpPr/>
          <p:nvPr/>
        </p:nvSpPr>
        <p:spPr>
          <a:xfrm>
            <a:off x="371425" y="3265725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食譜詳細資訊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" name="Google Shape;116;p16"/>
          <p:cNvCxnSpPr>
            <a:stCxn id="109" idx="1"/>
            <a:endCxn id="115" idx="3"/>
          </p:cNvCxnSpPr>
          <p:nvPr/>
        </p:nvCxnSpPr>
        <p:spPr>
          <a:xfrm rot="10800000">
            <a:off x="2477250" y="3845775"/>
            <a:ext cx="1041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7" name="Google Shape;117;p16"/>
          <p:cNvSpPr txBox="1"/>
          <p:nvPr/>
        </p:nvSpPr>
        <p:spPr>
          <a:xfrm>
            <a:off x="2477050" y="3394875"/>
            <a:ext cx="1105500" cy="4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點擊卡片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6666875" y="2435200"/>
            <a:ext cx="2105700" cy="1160100"/>
          </a:xfrm>
          <a:prstGeom prst="rect">
            <a:avLst/>
          </a:prstGeom>
          <a:solidFill>
            <a:srgbClr val="1D68A7"/>
          </a:solidFill>
          <a:ln cap="flat" cmpd="sng" w="9525">
            <a:solidFill>
              <a:srgbClr val="1D68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隨機食譜</a:t>
            </a:r>
            <a:endParaRPr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" name="Google Shape;119;p16"/>
          <p:cNvCxnSpPr>
            <a:endCxn id="118" idx="1"/>
          </p:cNvCxnSpPr>
          <p:nvPr/>
        </p:nvCxnSpPr>
        <p:spPr>
          <a:xfrm flipH="1" rot="10800000">
            <a:off x="6003275" y="3015250"/>
            <a:ext cx="663600" cy="129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16"/>
          <p:cNvCxnSpPr>
            <a:endCxn id="112" idx="2"/>
          </p:cNvCxnSpPr>
          <p:nvPr/>
        </p:nvCxnSpPr>
        <p:spPr>
          <a:xfrm rot="10800000">
            <a:off x="5960825" y="1758400"/>
            <a:ext cx="48900" cy="12891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採用技術</a:t>
            </a:r>
            <a:endParaRPr/>
          </a:p>
        </p:txBody>
      </p:sp>
      <p:sp>
        <p:nvSpPr>
          <p:cNvPr id="126" name="Google Shape;126;p17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HTML5/</a:t>
            </a:r>
            <a:r>
              <a:rPr b="1" lang="zh-TW" sz="2100"/>
              <a:t>CSS</a:t>
            </a:r>
            <a:r>
              <a:rPr lang="zh-TW" sz="2100"/>
              <a:t> </a:t>
            </a:r>
            <a:r>
              <a:rPr lang="zh-TW" sz="2100"/>
              <a:t>： 基礎網頁結構與排版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JavaScript</a:t>
            </a:r>
            <a:r>
              <a:rPr lang="zh-TW" sz="2100"/>
              <a:t> </a:t>
            </a:r>
            <a:r>
              <a:rPr lang="zh-TW" sz="2100"/>
              <a:t>： 各種互動功能、前後端資料傳遞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DOM</a:t>
            </a:r>
            <a:r>
              <a:rPr lang="zh-TW" sz="2100"/>
              <a:t> ： 動態生成食譜卡、畫面即時更新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/>
              <a:t>Fetch </a:t>
            </a:r>
            <a:r>
              <a:rPr lang="zh-TW" sz="2100"/>
              <a:t>： 用於串接 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TheMealDB API 以及後端伺服器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JWT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：使用者身分驗證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bcrypt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：密碼加密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Node.js(Express) 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：後端伺服器，處理登入/註冊、收藏功能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MongoDB Altas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：記錄使用者資訊、食譜收藏庫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AutoNum type="arabicPeriod"/>
            </a:pPr>
            <a:r>
              <a:rPr b="1"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Render</a:t>
            </a:r>
            <a:r>
              <a:rPr lang="zh-TW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：部署雲端伺服器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分工</a:t>
            </a:r>
            <a:endParaRPr/>
          </a:p>
        </p:txBody>
      </p:sp>
      <p:sp>
        <p:nvSpPr>
          <p:cNvPr id="132" name="Google Shape;132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01357026 黃品傑：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latin typeface="Arial"/>
                <a:ea typeface="Arial"/>
                <a:cs typeface="Arial"/>
                <a:sym typeface="Arial"/>
              </a:rPr>
              <a:t>網頁整體結構以及版面設計、食譜搜尋功能、食譜卡彈出視窗、隨機食譜推薦功能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zh-TW" sz="2000">
                <a:latin typeface="Arial"/>
                <a:ea typeface="Arial"/>
                <a:cs typeface="Arial"/>
                <a:sym typeface="Arial"/>
              </a:rPr>
              <a:t>01357028 林彥宇：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TW" sz="2000">
                <a:latin typeface="Arial"/>
                <a:ea typeface="Arial"/>
                <a:cs typeface="Arial"/>
                <a:sym typeface="Arial"/>
              </a:rPr>
              <a:t>網頁整體結構以及版面設計、Express後端建立、登入/註冊功能、收藏功能、雲端資料庫和伺服器管理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